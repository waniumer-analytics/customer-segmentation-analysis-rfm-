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Segmentation Analysis (RFM)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Online Retail Dataset</a:t>
            </a:r>
          </a:p>
          <a:p>
            <a:r>
              <a:t>Stakeholder Presentation</a:t>
            </a:r>
          </a:p>
          <a:p>
            <a:r>
              <a:t>Objective: Identify high‑value customers and churn risks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Businesses struggle to identify high‑value and at‑risk customers</a:t>
            </a:r>
          </a:p>
          <a:p>
            <a:r>
              <a:t>• Marketing campaigns often target customers inefficiently</a:t>
            </a:r>
          </a:p>
          <a:p>
            <a:r>
              <a:t>• Goal: Use RFM segmentation to understand customer behavior and revenue contribution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Online Retail transactional dataset</a:t>
            </a:r>
          </a:p>
          <a:p>
            <a:r>
              <a:t>• ~500K transactions</a:t>
            </a:r>
          </a:p>
          <a:p>
            <a:r>
              <a:t>• 4,338 unique customers</a:t>
            </a:r>
          </a:p>
          <a:p>
            <a:r>
              <a:t>• Includes purchase date, quantity, unit price, and customer 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Removed cancelled invoices</a:t>
            </a:r>
          </a:p>
          <a:p>
            <a:r>
              <a:t>• Removed negative quantities</a:t>
            </a:r>
          </a:p>
          <a:p>
            <a:r>
              <a:t>• Filtered missing customer IDs</a:t>
            </a:r>
          </a:p>
          <a:p>
            <a:r>
              <a:t>• Created revenue metric: Quantity × UnitPrice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RFM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Recency – how recently a customer purchased</a:t>
            </a:r>
          </a:p>
          <a:p>
            <a:r>
              <a:t>• Frequency – number of purchases per customer</a:t>
            </a:r>
          </a:p>
          <a:p>
            <a:r>
              <a:t>• Monetary – total spending by customer</a:t>
            </a:r>
          </a:p>
          <a:p>
            <a:r>
              <a:t>• Customers segmented into Champions, Loyal, Potential Loyalists, At Risk, Others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 Analyzed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Revenue: £9M</a:t>
            </a:r>
          </a:p>
          <a:p>
            <a:r>
              <a:t>• Total Customers: 4,338</a:t>
            </a:r>
          </a:p>
          <a:p>
            <a:r>
              <a:t>• Revenue per Customer: £2.05K</a:t>
            </a:r>
          </a:p>
          <a:p>
            <a:r>
              <a:t>• Average Frequency: 4.27</a:t>
            </a:r>
          </a:p>
          <a:p>
            <a:r>
              <a:t>• Average Recency: 93 days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Segment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Loyal Customers: ~32%</a:t>
            </a:r>
          </a:p>
          <a:p>
            <a:r>
              <a:t>• Potential Loyalists: ~29%</a:t>
            </a:r>
          </a:p>
          <a:p>
            <a:r>
              <a:t>• Others: ~21%</a:t>
            </a:r>
          </a:p>
          <a:p>
            <a:r>
              <a:t>• At Risk: ~9%</a:t>
            </a:r>
          </a:p>
          <a:p>
            <a:r>
              <a:t>• Champions: ~7%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Major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Potential Loyalists generate the largest share of revenue</a:t>
            </a:r>
          </a:p>
          <a:p>
            <a:r>
              <a:t>• A small group of top customers contributes a large portion of sales</a:t>
            </a:r>
          </a:p>
          <a:p>
            <a:r>
              <a:t>• Recently active customers purchase more frequently</a:t>
            </a:r>
          </a:p>
          <a:p>
            <a:r>
              <a:t>• Higher purchase frequency correlates with higher spending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Risk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Approximately 9% of customers are classified as At Risk</a:t>
            </a:r>
          </a:p>
          <a:p>
            <a:r>
              <a:t>• These customers have declining engagement but past value</a:t>
            </a:r>
          </a:p>
          <a:p>
            <a:r>
              <a:t>• Early detection allows targeted re‑engagement campaigns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Convert Potential Loyalists into Champions with loyalty programs</a:t>
            </a:r>
          </a:p>
          <a:p>
            <a:r>
              <a:t>• Implement VIP programs for high‑value customers</a:t>
            </a:r>
          </a:p>
          <a:p>
            <a:r>
              <a:t>• Run win‑back campaigns for At Risk customers</a:t>
            </a:r>
          </a:p>
          <a:p>
            <a:r>
              <a:t>• Encourage repeat purchases with bundles and incentives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Increased customer retention</a:t>
            </a:r>
          </a:p>
          <a:p>
            <a:r>
              <a:t>• Higher customer lifetime value</a:t>
            </a:r>
          </a:p>
          <a:p>
            <a:r>
              <a:t>• More effective marketing campaigns</a:t>
            </a:r>
          </a:p>
          <a:p>
            <a:r>
              <a:t>• Data‑driven decision making for customer strategy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RFM segmentation provides clear visibility into customer value.</a:t>
            </a:r>
          </a:p>
          <a:p>
            <a:r>
              <a:t>Using this approach enables targeted marketing strategies and improved revenue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