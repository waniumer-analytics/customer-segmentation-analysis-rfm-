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064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280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818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142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128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112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175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562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429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424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543393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358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7097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0602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3476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79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997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135" y="609600"/>
            <a:ext cx="8296657" cy="1320800"/>
          </a:xfrm>
        </p:spPr>
        <p:txBody>
          <a:bodyPr/>
          <a:lstStyle/>
          <a:p>
            <a:r>
              <a:rPr dirty="0"/>
              <a:t>Customer Segmentation Analysis </a:t>
            </a:r>
            <a:br>
              <a:rPr lang="en-US" dirty="0"/>
            </a:br>
            <a:r>
              <a:rPr lang="en-IN" dirty="0"/>
              <a:t>                    </a:t>
            </a:r>
            <a:r>
              <a:rPr dirty="0"/>
              <a:t>(RFM)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971829"/>
            <a:ext cx="7016497" cy="42765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                </a:t>
            </a:r>
            <a:r>
              <a:rPr sz="2800" dirty="0"/>
              <a:t>Online Retail Dataset</a:t>
            </a:r>
          </a:p>
          <a:p>
            <a:pPr marL="0" indent="0">
              <a:buNone/>
            </a:pPr>
            <a:r>
              <a:rPr lang="en-US" sz="2800" dirty="0"/>
              <a:t>              </a:t>
            </a:r>
          </a:p>
          <a:p>
            <a:r>
              <a:rPr sz="2800" dirty="0"/>
              <a:t>Stakeholder Presentation</a:t>
            </a:r>
          </a:p>
          <a:p>
            <a:endParaRPr lang="en-US" sz="2800" dirty="0"/>
          </a:p>
          <a:p>
            <a:r>
              <a:rPr lang="en-IN" sz="2800" dirty="0"/>
              <a:t> </a:t>
            </a:r>
            <a:r>
              <a:rPr sz="2800" dirty="0"/>
              <a:t>Objective: Identify high‑value customers and churn risks</a:t>
            </a:r>
            <a:r>
              <a:rPr lang="en-US" sz="2800" dirty="0"/>
              <a:t>.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DESIGNED BY :- WANI UMER </a:t>
            </a:r>
            <a:r>
              <a:rPr lang="en-US" sz="2400" dirty="0"/>
              <a:t>(DATA ANALYST)</a:t>
            </a:r>
            <a:endParaRPr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Businesses struggle to identify high‑value and at‑risk customers</a:t>
            </a:r>
          </a:p>
          <a:p>
            <a:r>
              <a:t>• Marketing campaigns often target customers inefficiently</a:t>
            </a:r>
          </a:p>
          <a:p>
            <a:r>
              <a:t>• Goal: Use RFM segmentation to understand customer behavior and revenue contribution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Online Retail transactional dataset</a:t>
            </a:r>
          </a:p>
          <a:p>
            <a:r>
              <a:t>• ~500K transactions</a:t>
            </a:r>
          </a:p>
          <a:p>
            <a:r>
              <a:t>• 4,338 unique customers</a:t>
            </a:r>
          </a:p>
          <a:p>
            <a:r>
              <a:t>• Includes purchase date, quantity, unit price, and customer 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Removed cancelled invoices</a:t>
            </a:r>
          </a:p>
          <a:p>
            <a:r>
              <a:t>• Removed negative quantities</a:t>
            </a:r>
          </a:p>
          <a:p>
            <a:r>
              <a:t>• Filtered missing customer IDs</a:t>
            </a:r>
          </a:p>
          <a:p>
            <a:r>
              <a:t>• Created revenue metric: Quantity × UnitPrice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RFM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Recency – how recently a customer purchased</a:t>
            </a:r>
          </a:p>
          <a:p>
            <a:r>
              <a:t>• Frequency – number of purchases per customer</a:t>
            </a:r>
          </a:p>
          <a:p>
            <a:r>
              <a:t>• Monetary – total spending by customer</a:t>
            </a:r>
          </a:p>
          <a:p>
            <a:r>
              <a:t>• Customers segmented into Champions, Loyal, Potential Loyalists, At Risk, Others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 Analyzed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Revenue: £9M</a:t>
            </a:r>
          </a:p>
          <a:p>
            <a:r>
              <a:t>• Total Customers: 4,338</a:t>
            </a:r>
          </a:p>
          <a:p>
            <a:r>
              <a:t>• Revenue per Customer: £2.05K</a:t>
            </a:r>
          </a:p>
          <a:p>
            <a:r>
              <a:t>• Average Frequency: 4.27</a:t>
            </a:r>
          </a:p>
          <a:p>
            <a:r>
              <a:t>• Average Recency: 93 days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Segment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Loyal Customers: ~32%</a:t>
            </a:r>
          </a:p>
          <a:p>
            <a:r>
              <a:t>• Potential Loyalists: ~29%</a:t>
            </a:r>
          </a:p>
          <a:p>
            <a:r>
              <a:t>• Others: ~21%</a:t>
            </a:r>
          </a:p>
          <a:p>
            <a:r>
              <a:t>• At Risk: ~9%</a:t>
            </a:r>
          </a:p>
          <a:p>
            <a:r>
              <a:t>• Champions: ~7%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Potential Loyalists generate the largest share of revenue</a:t>
            </a:r>
          </a:p>
          <a:p>
            <a:r>
              <a:t>• A small group of top customers contributes a large portion of sales</a:t>
            </a:r>
          </a:p>
          <a:p>
            <a:r>
              <a:t>• Recently active customers purchase more frequently</a:t>
            </a:r>
          </a:p>
          <a:p>
            <a:r>
              <a:t>• Higher purchase frequency correlates with higher spending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Risk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Approximately 9% of customers are classified as At Risk</a:t>
            </a:r>
          </a:p>
          <a:p>
            <a:r>
              <a:t>• These customers have declining engagement but past value</a:t>
            </a:r>
          </a:p>
          <a:p>
            <a:r>
              <a:t>• Early detection allows targeted re‑engagement campaigns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Convert Potential Loyalists into Champions with loyalty programs</a:t>
            </a:r>
          </a:p>
          <a:p>
            <a:r>
              <a:t>• Implement VIP programs for high‑value customers</a:t>
            </a:r>
          </a:p>
          <a:p>
            <a:r>
              <a:t>• Run win‑back campaigns for At Risk customers</a:t>
            </a:r>
          </a:p>
          <a:p>
            <a:r>
              <a:t>• Encourage repeat purchases with bundles and incentives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Increased customer retention</a:t>
            </a:r>
          </a:p>
          <a:p>
            <a:r>
              <a:t>• Higher customer lifetime value</a:t>
            </a:r>
          </a:p>
          <a:p>
            <a:r>
              <a:t>• More effective marketing campaigns</a:t>
            </a:r>
          </a:p>
          <a:p>
            <a:r>
              <a:t>• Data‑driven decision making for customer strategy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RFM segmentation provides clear visibility into customer value.</a:t>
            </a:r>
          </a:p>
          <a:p>
            <a:r>
              <a:t>Using this approach enables targeted marketing strategies and improved revenue growth.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6E9E87-D03E-9F92-2D61-FF6405630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8182"/>
            <a:ext cx="8229600" cy="3108642"/>
          </a:xfrm>
        </p:spPr>
        <p:txBody>
          <a:bodyPr>
            <a:normAutofit fontScale="90000"/>
          </a:bodyPr>
          <a:lstStyle/>
          <a:p>
            <a:r>
              <a:rPr lang="en-US" sz="13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0688772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</TotalTime>
  <Words>389</Words>
  <Application>Microsoft Office PowerPoint</Application>
  <PresentationFormat>On-screen Show (4:3)</PresentationFormat>
  <Paragraphs>62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Trebuchet MS</vt:lpstr>
      <vt:lpstr>Wingdings 3</vt:lpstr>
      <vt:lpstr>Facet</vt:lpstr>
      <vt:lpstr>Customer Segmentation Analysis                      (RFM)</vt:lpstr>
      <vt:lpstr>Business Problem</vt:lpstr>
      <vt:lpstr>Dataset Overview</vt:lpstr>
      <vt:lpstr>Data Preparation</vt:lpstr>
      <vt:lpstr>RFM Methodology</vt:lpstr>
      <vt:lpstr>Key Metrics Analyzed</vt:lpstr>
      <vt:lpstr>Customer Segment Distribution</vt:lpstr>
      <vt:lpstr>Major Insights</vt:lpstr>
      <vt:lpstr>Customer Risk Insights</vt:lpstr>
      <vt:lpstr>Business Recommendations</vt:lpstr>
      <vt:lpstr>Expected Business Impact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UM AR</cp:lastModifiedBy>
  <cp:revision>4</cp:revision>
  <dcterms:created xsi:type="dcterms:W3CDTF">2013-01-27T09:14:16Z</dcterms:created>
  <dcterms:modified xsi:type="dcterms:W3CDTF">2026-03-08T06:52:14Z</dcterms:modified>
  <cp:category/>
</cp:coreProperties>
</file>